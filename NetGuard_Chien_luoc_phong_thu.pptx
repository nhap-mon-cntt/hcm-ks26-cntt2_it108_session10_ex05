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iến lược" id="{41087a88-496d-d5f1-a7a8-baae204204ce}">
          <p14:sldIdLst>
            <p14:sldId id="256"/>
          </p14:sldIdLst>
        </p14:section>
        <p14:section name="Kết quả" id="{dfae104f-7c16-03ec-8e6c-593786c5de18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Cảnh báo</c:v>
                </c:pt>
              </c:strCache>
            </c:strRef>
          </c:tx>
          <c:spPr>
            <a:solidFill>
              <a:srgbClr val="0E8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4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4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4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4D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Ransomware</c:v>
                  </c:pt>
                  <c:pt idx="1">
                    <c:v>Trojan</c:v>
                  </c:pt>
                  <c:pt idx="2">
                    <c:v>Worm</c:v>
                  </c:pt>
                  <c:pt idx="3">
                    <c:v>Botnet</c:v>
                  </c:pt>
                  <c:pt idx="4">
                    <c:v>Spyware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39</c:v>
                </c:pt>
                <c:pt idx="2">
                  <c:v>34</c:v>
                </c:pt>
                <c:pt idx="3">
                  <c:v>23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từ sheet Báo cáo (dữ liệu minh họa).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2545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66"/>
                </a:solidFill>
              </a:rPr>
              <a:t>NetGuard  |  Báo cáo an ninh mạng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D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D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Montserrat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Montserrat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Montserrat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Montserra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3 tầng phòng thủ bảo vệ từ mạng đến dữ liệu</a:t>
            </a:r>
            <a:endParaRPr lang="en-US" sz="2400" dirty="0"/>
          </a:p>
        </p:txBody>
      </p:sp>
      <p:graphicFrame>
        <p:nvGraphicFramePr>
          <p:cNvPr id="2" name="Sơ đồ 3 tầ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Tầng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Bảo vệ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Biện pháp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Mạng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Lọc lưu lượng, chặn kết nối đáng ngờ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Thiết bị và máy chủ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Diệt mã độc, cập nhật bản vá, cô lập máy nhiễm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Dữ liệu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Sao lưu, phân quyền, mã hóa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66"/>
                </a:solidFill>
              </a:rPr>
              <a:t>Tầng 1 là lớp ngoài cùng; mã độc lọt qua tầng này vẫn bị chặn ở tầng 2 và tầng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D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</a:rPr>
              <a:t>Ransomware chiếm 42,5% cảnh báo, cao nhất trong 5 loại mã độc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Điểm nhấn"/>
          <p:cNvSpPr/>
          <p:nvPr/>
        </p:nvSpPr>
        <p:spPr>
          <a:xfrm>
            <a:off x="6309360" y="173736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CA8"/>
                </a:solidFill>
              </a:rPr>
              <a:t>85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cảnh báo Ransomware trên tổng 200 cảnh báo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D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Guard">
  <a:themeElements>
    <a:clrScheme name="NetGuard">
      <a:dk1>
        <a:srgbClr val="0B2545"/>
      </a:dk1>
      <a:lt1>
        <a:srgbClr val="FFFFFF"/>
      </a:lt1>
      <a:dk2>
        <a:srgbClr val="3A4D66"/>
      </a:dk2>
      <a:lt2>
        <a:srgbClr val="EAF2F6"/>
      </a:lt2>
      <a:accent1>
        <a:srgbClr val="0E8CA8"/>
      </a:accent1>
      <a:accent2>
        <a:srgbClr val="B8C4D0"/>
      </a:accent2>
      <a:accent3>
        <a:srgbClr val="0B2545"/>
      </a:accent3>
      <a:accent4>
        <a:srgbClr val="7CC4D4"/>
      </a:accent4>
      <a:accent5>
        <a:srgbClr val="5B6B7C"/>
      </a:accent5>
      <a:accent6>
        <a:srgbClr val="D5DEE6"/>
      </a:accent6>
      <a:hlink>
        <a:srgbClr val="0E8CA8"/>
      </a:hlink>
      <a:folHlink>
        <a:srgbClr val="5B6B7C"/>
      </a:folHlink>
    </a:clrScheme>
    <a:fontScheme name="NetGuard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Montserrat"/>
        <a:font script="Hebr" typeface="Montserrat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ontserrat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Montserrat"/>
        <a:font script="Hebr" typeface="Montserra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ontserrat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2026-10-26T23:37:02Z</dcterms:created>
  <dcterms:modified xsi:type="dcterms:W3CDTF">2026-10-26T23:37:02Z</dcterms:modified>
</cp:coreProperties>
</file>